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BM Plex Sans Medium" panose="020B0603050203000203" pitchFamily="34" charset="0"/>
      <p:regular r:id="rId13"/>
    </p:embeddedFont>
    <p:embeddedFont>
      <p:font typeface="Roboto" panose="020F0502020204030204" pitchFamily="2" charset="0"/>
      <p:regular r:id="rId14"/>
      <p:bold r:id="rId15"/>
    </p:embeddedFont>
    <p:embeddedFont>
      <p:font typeface="Roboto Bold" panose="02000000000000000000" pitchFamily="2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743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0698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Assistant: Python-Powered Productivity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88180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explores the creation of a Python-based AI assistant. Learn how to integrate various libraries and technologies to build a helpful and user-friendly assistant.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24256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6250186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6225659"/>
            <a:ext cx="257698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Kathyayani Thota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43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Introduction to the AI Assistant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7872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946785" y="3872270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7872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Functionality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277678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assistant will leverage various libraries to perform tasks such as speech recognition, text-to-speech, web browsing, and information retrieval.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7872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9" name="Text 6"/>
          <p:cNvSpPr/>
          <p:nvPr/>
        </p:nvSpPr>
        <p:spPr>
          <a:xfrm>
            <a:off x="4838462" y="3872270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7872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 Interaction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4277678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assistant will respond to user commands, process information, and generate appropriate outputs, providing a seamless and engaging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15328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Speech Recognition with SpeechRecognition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Speech to 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SpeechRecognition library allows the assistant to convert spoken words into text, enabling users to interact through voice commands.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Language Support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library supports a wide range of languages, making it adaptable to different users and regions.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31108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Accuracy and Reliability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SpeechRecognition provides a robust foundation for speech-to-text conversion, ensuring accurate understanding of user input.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7342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Text-to-Speech with pyttsx3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1750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Text to Speech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4734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pyttsx3 library enables the AI assistant to synthesize text into human-like speech, allowing it to respond verbally.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73201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Voice Customization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44924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select different voices and accents to personalize the assistant's speaking style.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4652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Audio Output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26375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library can output synthesized speech through various audio devices, including speakers and headphones.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39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140" y="3220403"/>
            <a:ext cx="7776686" cy="65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Web Browsing with webbrowser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39140" y="4196953"/>
            <a:ext cx="13152120" cy="3454956"/>
          </a:xfrm>
          <a:prstGeom prst="roundRect">
            <a:avLst>
              <a:gd name="adj" fmla="val 91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6760" y="4204573"/>
            <a:ext cx="13136880" cy="606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57858" y="4338876"/>
            <a:ext cx="614243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30108" y="4338876"/>
            <a:ext cx="614243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6760" y="4811077"/>
            <a:ext cx="13136880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57858" y="4945380"/>
            <a:ext cx="614243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URLs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30108" y="4945380"/>
            <a:ext cx="6142434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webbrowser library allows the assistant to open specified URLs in the user's default web browser.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6760" y="5755481"/>
            <a:ext cx="13136880" cy="9444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57858" y="5889784"/>
            <a:ext cx="614243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Functionality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530108" y="5889784"/>
            <a:ext cx="6142434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can be used to conduct web searches based on user queries, providing relevant results.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46760" y="6699885"/>
            <a:ext cx="13136880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57858" y="6834188"/>
            <a:ext cx="614243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530108" y="6834188"/>
            <a:ext cx="6142434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library allows the assistant to automate browsing tasks, such as opening specific websites or navigating web pages.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68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Information Retrieval with Wikipedia API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84596"/>
            <a:ext cx="3664863" cy="3121462"/>
          </a:xfrm>
          <a:prstGeom prst="roundRect">
            <a:avLst>
              <a:gd name="adj" fmla="val 1090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Knowledge Base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201829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Wikipedia API provides access to a vast database of information, allowing the assistant to retrieve summaries and detailed articles on various topics.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84596"/>
            <a:ext cx="3664863" cy="3121462"/>
          </a:xfrm>
          <a:prstGeom prst="roundRect">
            <a:avLst>
              <a:gd name="adj" fmla="val 1090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Search Functionality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201829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query the API with specific keywords or phrases to obtain relevant information.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832872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60596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Information Retrieval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55010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assistant can extract key information from Wikipedia articles, providing summaries, definitions, and related facts.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038" y="854273"/>
            <a:ext cx="7771924" cy="1225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Computational Knowledge with Wolfram Alpha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38" y="2373392"/>
            <a:ext cx="489942" cy="4899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6038" y="3059311"/>
            <a:ext cx="245018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Calculations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86038" y="3483054"/>
            <a:ext cx="3738920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Wolfram Alpha API allows the assistant to perform complex calculations, such as mathematical equations, unit conversions, and data analysis.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923" y="2373392"/>
            <a:ext cx="489942" cy="4899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8923" y="3059311"/>
            <a:ext cx="245018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Analysis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4718923" y="3483054"/>
            <a:ext cx="373903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can retrieve and analyze data from various sources, providing insights and statistical information.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038" y="5325070"/>
            <a:ext cx="489942" cy="4899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6038" y="6010989"/>
            <a:ext cx="245018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Knowledge Base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86038" y="6434733"/>
            <a:ext cx="3738920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Wolfram Alpha serves as a comprehensive knowledge base, offering information across diverse fields.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923" y="5325070"/>
            <a:ext cx="489942" cy="4899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18923" y="6010989"/>
            <a:ext cx="245018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General Knowledge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4718923" y="6434733"/>
            <a:ext cx="373903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assistant can answer general knowledge questions, provide historical facts, and explain scientific concepts.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594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579" y="2899648"/>
            <a:ext cx="10442138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Natural Language Processing with NLTK and spaCy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2579" y="5807035"/>
            <a:ext cx="13365242" cy="22860"/>
          </a:xfrm>
          <a:prstGeom prst="roundRect">
            <a:avLst>
              <a:gd name="adj" fmla="val 118610"/>
            </a:avLst>
          </a:prstGeom>
          <a:solidFill>
            <a:srgbClr val="61646A"/>
          </a:solidFill>
          <a:ln/>
        </p:spPr>
      </p:sp>
      <p:sp>
        <p:nvSpPr>
          <p:cNvPr id="5" name="Shape 2"/>
          <p:cNvSpPr/>
          <p:nvPr/>
        </p:nvSpPr>
        <p:spPr>
          <a:xfrm>
            <a:off x="3239810" y="5174516"/>
            <a:ext cx="22860" cy="632579"/>
          </a:xfrm>
          <a:prstGeom prst="roundRect">
            <a:avLst>
              <a:gd name="adj" fmla="val 118610"/>
            </a:avLst>
          </a:prstGeom>
          <a:solidFill>
            <a:srgbClr val="61646A"/>
          </a:solidFill>
          <a:ln/>
        </p:spPr>
      </p:sp>
      <p:sp>
        <p:nvSpPr>
          <p:cNvPr id="6" name="Shape 3"/>
          <p:cNvSpPr/>
          <p:nvPr/>
        </p:nvSpPr>
        <p:spPr>
          <a:xfrm>
            <a:off x="3048000" y="5603736"/>
            <a:ext cx="406598" cy="406598"/>
          </a:xfrm>
          <a:prstGeom prst="roundRect">
            <a:avLst>
              <a:gd name="adj" fmla="val 6669"/>
            </a:avLst>
          </a:prstGeom>
          <a:solidFill>
            <a:srgbClr val="484B51"/>
          </a:solidFill>
          <a:ln/>
        </p:spPr>
      </p:sp>
      <p:sp>
        <p:nvSpPr>
          <p:cNvPr id="7" name="Text 4"/>
          <p:cNvSpPr/>
          <p:nvPr/>
        </p:nvSpPr>
        <p:spPr>
          <a:xfrm>
            <a:off x="3169920" y="5671483"/>
            <a:ext cx="16275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21575" y="3735705"/>
            <a:ext cx="225944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Tokenization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13316" y="4126468"/>
            <a:ext cx="4876086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NLTK and spaCy break down text into individual words, enabling the assistant to understand the structure of sentences.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8958" y="5806976"/>
            <a:ext cx="22860" cy="632579"/>
          </a:xfrm>
          <a:prstGeom prst="roundRect">
            <a:avLst>
              <a:gd name="adj" fmla="val 118610"/>
            </a:avLst>
          </a:prstGeom>
          <a:solidFill>
            <a:srgbClr val="61646A"/>
          </a:solidFill>
          <a:ln/>
        </p:spPr>
      </p:sp>
      <p:sp>
        <p:nvSpPr>
          <p:cNvPr id="11" name="Shape 8"/>
          <p:cNvSpPr/>
          <p:nvPr/>
        </p:nvSpPr>
        <p:spPr>
          <a:xfrm>
            <a:off x="5757148" y="5603736"/>
            <a:ext cx="406598" cy="406598"/>
          </a:xfrm>
          <a:prstGeom prst="roundRect">
            <a:avLst>
              <a:gd name="adj" fmla="val 6669"/>
            </a:avLst>
          </a:prstGeom>
          <a:solidFill>
            <a:srgbClr val="484B51"/>
          </a:solidFill>
          <a:ln/>
        </p:spPr>
      </p:sp>
      <p:sp>
        <p:nvSpPr>
          <p:cNvPr id="12" name="Text 9"/>
          <p:cNvSpPr/>
          <p:nvPr/>
        </p:nvSpPr>
        <p:spPr>
          <a:xfrm>
            <a:off x="5879068" y="5671483"/>
            <a:ext cx="16275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748332" y="6620351"/>
            <a:ext cx="242447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Part-of-Speech Tagging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3522464" y="7011114"/>
            <a:ext cx="4876205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libraries identify the grammatical role of each word, helping the assistant to interpret the meaning of sentences.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58106" y="5174516"/>
            <a:ext cx="22860" cy="632579"/>
          </a:xfrm>
          <a:prstGeom prst="roundRect">
            <a:avLst>
              <a:gd name="adj" fmla="val 118610"/>
            </a:avLst>
          </a:prstGeom>
          <a:solidFill>
            <a:srgbClr val="61646A"/>
          </a:solidFill>
          <a:ln/>
        </p:spPr>
      </p:sp>
      <p:sp>
        <p:nvSpPr>
          <p:cNvPr id="16" name="Shape 13"/>
          <p:cNvSpPr/>
          <p:nvPr/>
        </p:nvSpPr>
        <p:spPr>
          <a:xfrm>
            <a:off x="8466296" y="5603736"/>
            <a:ext cx="406598" cy="406598"/>
          </a:xfrm>
          <a:prstGeom prst="roundRect">
            <a:avLst>
              <a:gd name="adj" fmla="val 6669"/>
            </a:avLst>
          </a:prstGeom>
          <a:solidFill>
            <a:srgbClr val="484B51"/>
          </a:solidFill>
          <a:ln/>
        </p:spPr>
      </p:sp>
      <p:sp>
        <p:nvSpPr>
          <p:cNvPr id="17" name="Text 14"/>
          <p:cNvSpPr/>
          <p:nvPr/>
        </p:nvSpPr>
        <p:spPr>
          <a:xfrm>
            <a:off x="8588216" y="5671483"/>
            <a:ext cx="16275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329488" y="3735705"/>
            <a:ext cx="268033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Named Entity Recognition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231612" y="4126468"/>
            <a:ext cx="4876205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recognize and categorize named entities, such as people, places, and organizations, enabling the assistant to understand specific references in text.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1367373" y="5806976"/>
            <a:ext cx="22860" cy="632579"/>
          </a:xfrm>
          <a:prstGeom prst="roundRect">
            <a:avLst>
              <a:gd name="adj" fmla="val 118610"/>
            </a:avLst>
          </a:prstGeom>
          <a:solidFill>
            <a:srgbClr val="61646A"/>
          </a:solidFill>
          <a:ln/>
        </p:spPr>
      </p:sp>
      <p:sp>
        <p:nvSpPr>
          <p:cNvPr id="21" name="Shape 18"/>
          <p:cNvSpPr/>
          <p:nvPr/>
        </p:nvSpPr>
        <p:spPr>
          <a:xfrm>
            <a:off x="11175563" y="5603736"/>
            <a:ext cx="406598" cy="406598"/>
          </a:xfrm>
          <a:prstGeom prst="roundRect">
            <a:avLst>
              <a:gd name="adj" fmla="val 6669"/>
            </a:avLst>
          </a:prstGeom>
          <a:solidFill>
            <a:srgbClr val="484B51"/>
          </a:solidFill>
          <a:ln/>
        </p:spPr>
      </p:sp>
      <p:sp>
        <p:nvSpPr>
          <p:cNvPr id="22" name="Text 19"/>
          <p:cNvSpPr/>
          <p:nvPr/>
        </p:nvSpPr>
        <p:spPr>
          <a:xfrm>
            <a:off x="11297483" y="5671483"/>
            <a:ext cx="16275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0249257" y="6620351"/>
            <a:ext cx="225944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Sentiment Analysis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8940879" y="7011114"/>
            <a:ext cx="4876205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NLTK and spaCy can analyze the emotional tone of text, providing insights into the speaker's feelings and intentions.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9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Logging, Requests, and gTTS for Robust Functionality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64143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494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Logging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984796"/>
            <a:ext cx="41207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logging library records important events and errors, helping developers track the assistant's performance and debug issues.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664143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5494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Requests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984915"/>
            <a:ext cx="412087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requests library enables the assistant to make HTTP requests to external APIs, retrieving data and interacting with web services.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664143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494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gTTS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984796"/>
            <a:ext cx="41207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gTTS library provides text-to-speech functionality using Google's powerful speech synthesis engine, enhancing the assistant's voice quality.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537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625</Words>
  <Application>Microsoft Office PowerPoint</Application>
  <PresentationFormat>Custom</PresentationFormat>
  <Paragraphs>78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Arial</vt:lpstr>
      <vt:lpstr>IBM Plex Sans Medium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2024-11-14T16:51:56Z</dcterms:created>
  <dcterms:modified xsi:type="dcterms:W3CDTF">2024-11-15T06:09:11Z</dcterms:modified>
</cp:coreProperties>
</file>